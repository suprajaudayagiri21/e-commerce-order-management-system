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jpg" ContentType="image/jpg"/>
  <Override PartName="/ppt/media/image6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93" d="100"/>
          <a:sy n="93" d="100"/>
        </p:scale>
        <p:origin x="222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9767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400" b="1">
                <a:solidFill>
                  <a:srgbClr val="1F456B"/>
                </a:solidFill>
              </a:rPr>
              <a:t>E-Commerce Order Management System</a:t>
            </a:r>
          </a:p>
          <a:p/>
          <a:p>
            <a:r>
              <a:rPr sz="1800" b="1">
                <a:solidFill>
                  <a:srgbClr val="C0372A"/>
                </a:solidFill>
              </a:rPr>
              <a:t>Presented by</a:t>
            </a:r>
          </a:p>
          <a:p>
            <a:pPr algn="l"/>
            <a:r>
              <a:rPr sz="1800" b="1">
                <a:solidFill>
                  <a:srgbClr val="1F456B"/>
                </a:solidFill>
              </a:rPr>
              <a:t>S.Hemaja (25B11AIB21)</a:t>
            </a:r>
          </a:p>
          <a:p>
            <a:pPr algn="l"/>
            <a:r>
              <a:rPr sz="1800" b="1">
                <a:solidFill>
                  <a:srgbClr val="1F456B"/>
                </a:solidFill>
              </a:rPr>
              <a:t>Md.Samreen Khan (25B11AI750)</a:t>
            </a:r>
          </a:p>
          <a:p>
            <a:pPr algn="l"/>
            <a:r>
              <a:rPr sz="1800" b="1">
                <a:solidFill>
                  <a:srgbClr val="1F456B"/>
                </a:solidFill>
              </a:rPr>
              <a:t>U.Supraja (25B11AI172)</a:t>
            </a:r>
          </a:p>
          <a:p>
            <a:pPr algn="l"/>
            <a:r>
              <a:rPr sz="1800" b="1">
                <a:solidFill>
                  <a:srgbClr val="1F456B"/>
                </a:solidFill>
              </a:rPr>
              <a:t>B.Anudeep Reddy (25B11AI165)</a:t>
            </a:r>
          </a:p>
          <a:p/>
          <a:p>
            <a:r>
              <a:rPr sz="1800" b="1">
                <a:solidFill>
                  <a:srgbClr val="943735"/>
                </a:solidFill>
              </a:rPr>
              <a:t>Department of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spcAft>
                <a:spcPts val="500"/>
              </a:spcAft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spcAft>
                <a:spcPts val="500"/>
              </a:spcAft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  <a:spcAft>
                <a:spcPts val="500"/>
              </a:spcAft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1600200" y="2133600"/>
            <a:ext cx="6324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/>
              <a:t>Project Title: E-Commerce Order Management System</a:t>
            </a:r>
          </a:p>
          <a:p>
            <a:pPr>
              <a:spcAft>
                <a:spcPts val="400"/>
              </a:spcAft>
            </a:pPr>
            <a:r>
              <a:rPr sz="1900" b="1"/>
              <a:t>Objectives</a:t>
            </a:r>
          </a:p>
          <a:p>
            <a:pPr>
              <a:spcAft>
                <a:spcPts val="400"/>
              </a:spcAft>
            </a:pPr>
            <a:r>
              <a:rPr sz="1700" b="0"/>
              <a:t>• Manage customers, products, orders and payments.</a:t>
            </a:r>
          </a:p>
          <a:p>
            <a:pPr>
              <a:spcAft>
                <a:spcPts val="400"/>
              </a:spcAft>
            </a:pPr>
            <a:r>
              <a:rPr sz="1700" b="0"/>
              <a:t>• Store order details accurately in a relational database.</a:t>
            </a:r>
          </a:p>
          <a:p>
            <a:pPr>
              <a:spcAft>
                <a:spcPts val="400"/>
              </a:spcAft>
            </a:pPr>
            <a:r>
              <a:rPr sz="1700" b="0"/>
              <a:t>• Track order status and maintain data consistency.</a:t>
            </a:r>
          </a:p>
          <a:p>
            <a:pPr>
              <a:spcAft>
                <a:spcPts val="400"/>
              </a:spcAft>
            </a:pPr>
            <a:r>
              <a:rPr sz="1900" b="1"/>
              <a:t>Problem Statement</a:t>
            </a:r>
          </a:p>
          <a:p>
            <a:pPr>
              <a:spcAft>
                <a:spcPts val="400"/>
              </a:spcAft>
            </a:pPr>
            <a:r>
              <a:rPr sz="1700" b="0"/>
              <a:t>• Manual order handling may cause duplicate, missing or incorrect records.</a:t>
            </a:r>
          </a:p>
          <a:p>
            <a:pPr>
              <a:spcAft>
                <a:spcPts val="400"/>
              </a:spcAft>
            </a:pPr>
            <a:r>
              <a:rPr sz="1700" b="0"/>
              <a:t>• A centralized database is needed for efficient order management.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417320"/>
            <a:ext cx="7315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2D2D2D"/>
                </a:solidFill>
                <a:latin typeface="Times New Roman"/>
              </a:rPr>
              <a:t>Core entities and important attributes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011680"/>
            <a:ext cx="38404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3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CUSTOMER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customer_id (PK), name, email, phone, 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011680"/>
            <a:ext cx="38404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3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PRODUCT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product_id (PK), name, price, stock_qty, category_id (FK)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108960"/>
            <a:ext cx="38404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3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CATEGORY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category_id (PK), category_name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108960"/>
            <a:ext cx="38404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3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ORDERS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order_id (PK), customer_id (FK), order_date, status, total_amount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38404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3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ORDER_ITEM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order_item_id (PK), order_id (FK), product_id (FK), quantity, unit_price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4206240"/>
            <a:ext cx="38404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3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PAYMENT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payment_id (PK), order_id (FK), payment_date, amount, method,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303520"/>
            <a:ext cx="38404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3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SHIPMENT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shipment_id (PK), order_id (FK), address, ship_date, delivery_date, status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261872"/>
            <a:ext cx="7680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456B"/>
                </a:solidFill>
                <a:latin typeface="Times New Roman"/>
              </a:rPr>
              <a:t>E-Commerce Order Management System — ER relationships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965960"/>
            <a:ext cx="192024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1F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F456B"/>
                </a:solidFill>
                <a:latin typeface="Times New Roman"/>
              </a:rPr>
              <a:t>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1965960"/>
            <a:ext cx="192024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1F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F456B"/>
                </a:solidFill>
                <a:latin typeface="Times New Roman"/>
              </a:rPr>
              <a:t>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965960"/>
            <a:ext cx="192024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1F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F456B"/>
                </a:solidFill>
                <a:latin typeface="Times New Roman"/>
              </a:rPr>
              <a:t>OrderItem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840480"/>
            <a:ext cx="192024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1F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F456B"/>
                </a:solidFill>
                <a:latin typeface="Times New Roman"/>
              </a:rPr>
              <a:t>Product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5577840"/>
            <a:ext cx="192024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1F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F456B"/>
                </a:solidFill>
                <a:latin typeface="Times New Roman"/>
              </a:rPr>
              <a:t>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40480"/>
            <a:ext cx="192024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1F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F456B"/>
                </a:solidFill>
                <a:latin typeface="Times New Roman"/>
              </a:rPr>
              <a:t>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40480"/>
            <a:ext cx="1920240" cy="749808"/>
          </a:xfrm>
          <a:prstGeom prst="roundRect">
            <a:avLst/>
          </a:prstGeom>
          <a:solidFill>
            <a:srgbClr val="F5F8FB"/>
          </a:solidFill>
          <a:ln>
            <a:solidFill>
              <a:srgbClr val="1F4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F456B"/>
                </a:solidFill>
                <a:latin typeface="Times New Roman"/>
              </a:rPr>
              <a:t>Shipment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23160" y="2340864"/>
            <a:ext cx="123444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628900" y="2112264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1 : 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577840" y="2340864"/>
            <a:ext cx="114300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737859" y="2112264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1 : 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80960" y="2743200"/>
            <a:ext cx="0" cy="10972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269480" y="3063240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M : 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80960" y="4590288"/>
            <a:ext cx="0" cy="987552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269480" y="4855464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M : 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17720" y="2715768"/>
            <a:ext cx="0" cy="1124712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206240" y="3049524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1 : 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23160" y="4215384"/>
            <a:ext cx="123444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628900" y="3986784"/>
            <a:ext cx="8229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1 :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09360"/>
            <a:ext cx="79552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2D2D2D"/>
                </a:solidFill>
                <a:latin typeface="Times New Roman"/>
              </a:rPr>
              <a:t>Customer places Orders • Order contains OrderItems • Product belongs to Category • Order has Payment and Shipment</a:t>
            </a:r>
          </a:p>
        </p:txBody>
      </p:sp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298448"/>
            <a:ext cx="7680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456B"/>
                </a:solidFill>
                <a:latin typeface="Times New Roman"/>
              </a:rPr>
              <a:t>Relational schema (PK = Primary Key, FK = Foreign Key)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1874519"/>
            <a:ext cx="8046720" cy="429768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CUSTOMER( customer_id PK, name, email UNIQUE, phone, address 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CATEGORY( category_id PK, category_name UNIQUE 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PRODUCT( product_id PK, category_id FK, name, price, stock_qty 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ORDERS( order_id PK, customer_id FK, order_date, status, total_amount 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ORDER_ITEM( order_item_id PK, order_id FK, product_id FK, quantity, unit_price 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PAYMENT( payment_id PK, order_id FK, payment_date, amount, method, status )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SHIPMENT( shipment_id PK, order_id FK, address, ship_date, delivery_date, status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172200"/>
            <a:ext cx="7680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F456B"/>
                </a:solidFill>
                <a:latin typeface="Times New Roman"/>
              </a:rPr>
              <a:t>Flow: Customer → Orders → OrderItem → Product → Category; Orders → Payment / Shipment</a:t>
            </a:r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325880"/>
            <a:ext cx="74066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456B"/>
                </a:solidFill>
                <a:latin typeface="Times New Roman"/>
              </a:rPr>
              <a:t>Key definitions used in the database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77240" y="1828800"/>
          <a:ext cx="786383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560320"/>
                <a:gridCol w="3749039"/>
              </a:tblGrid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>
                    <a:solidFill>
                      <a:srgbClr val="1F45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Example</a:t>
                      </a:r>
                    </a:p>
                  </a:txBody>
                  <a:tcPr>
                    <a:solidFill>
                      <a:srgbClr val="1F45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>
                    <a:solidFill>
                      <a:srgbClr val="1F45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customer_id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Uniquely identifies each customer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  <a:latin typeface="Times New Roman"/>
                        </a:rPr>
                        <a:t>Foreign Key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Orders.customer_id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Connects an order to its customer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  <a:latin typeface="Times New Roman"/>
                        </a:rPr>
                        <a:t>Foreign Key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OrderItem.product_id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Connects an item to a product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  <a:latin typeface="Times New Roman"/>
                        </a:rPr>
                        <a:t>Composite logic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order_id + 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Prevents duplicate product lines when required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  <a:latin typeface="Times New Roman"/>
                        </a:rPr>
                        <a:t>Unique Key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Times New Roman"/>
                        </a:rPr>
                        <a:t>Prevents duplicate customer accounts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0120" y="5532120"/>
            <a:ext cx="7863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317A4D"/>
                </a:solidFill>
                <a:latin typeface="Times New Roman"/>
              </a:rPr>
              <a:t>Referential integrity keeps related records connected and prevents orphan rows.</a:t>
            </a: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280160"/>
            <a:ext cx="79552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Times New Roman"/>
              </a:rPr>
              <a:t>GitHub repository &amp; team responsibilities (planned)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828800"/>
            <a:ext cx="379476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S. Hemaja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ER diagram, entity/attribute design and database documentation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828800"/>
            <a:ext cx="379476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Md. Samreen Khan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Table creation, constraints, DDL/DML/DQL SQL scripts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154680"/>
            <a:ext cx="379476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U. Supraja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Sample data, testing, validation and query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154680"/>
            <a:ext cx="379476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B. Anudeep Reddy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Integration, CRUD demonstration, final review and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7772400" cy="146304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spcAft>
                <a:spcPts val="300"/>
              </a:spcAft>
              <a:defRPr sz="13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• Use one shared repository with folders such as /sql, /docs, /screenshots.</a:t>
            </a:r>
          </a:p>
          <a:p>
            <a:pPr>
              <a:spcAft>
                <a:spcPts val="300"/>
              </a:spcAft>
              <a:defRPr sz="135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• Commit frequently with clear messages and review each other’s SQL before final merge.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298448"/>
            <a:ext cx="74066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456B"/>
                </a:solidFill>
                <a:latin typeface="Times New Roman"/>
              </a:rPr>
              <a:t>Database creation &amp; constraints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1828800"/>
            <a:ext cx="7955279" cy="3291840"/>
          </a:xfrm>
          <a:prstGeom prst="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2D2D2D"/>
                </a:solidFill>
                <a:latin typeface="Times New Roman"/>
              </a:rPr>
              <a:t>CREATE DATABASE EcommerceDB;
CREATE TABLE Customer (
  customer_id INT PRIMARY KEY,
  name VARCHAR(50) NOT NULL,
  email VARCHAR(100) UNIQUE NOT NULL,
  phone VARCHAR(15),
  status VARCHAR(15) DEFAULT 'Active',
  CHECK (status IN ('Active','Inactive'))
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7863840" cy="109728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NOT NULL → required values</a:t>
            </a:r>
          </a:p>
          <a:p>
            <a:pPr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UNIQUE → no duplicate values</a:t>
            </a:r>
          </a:p>
          <a:p>
            <a:pPr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CHECK → valid range/status</a:t>
            </a:r>
          </a:p>
          <a:p>
            <a:pPr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DEFAULT → automatic value when omitted</a:t>
            </a:r>
          </a:p>
          <a:p>
            <a:pPr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PRIMARY KEY / FOREIGN KEY → identity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280160"/>
            <a:ext cx="795527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456B"/>
                </a:solidFill>
                <a:latin typeface="Times New Roman"/>
              </a:rPr>
              <a:t>Sample data inserted into the main tables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1783080"/>
          <a:ext cx="818387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69"/>
                <a:gridCol w="2045969"/>
                <a:gridCol w="2045969"/>
                <a:gridCol w="2045972"/>
              </a:tblGrid>
              <a:tr h="5943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Table</a:t>
                      </a:r>
                    </a:p>
                  </a:txBody>
                  <a:tcPr>
                    <a:solidFill>
                      <a:srgbClr val="1F45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Sample ID</a:t>
                      </a:r>
                    </a:p>
                  </a:txBody>
                  <a:tcPr>
                    <a:solidFill>
                      <a:srgbClr val="1F45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Example record</a:t>
                      </a:r>
                    </a:p>
                  </a:txBody>
                  <a:tcPr>
                    <a:solidFill>
                      <a:srgbClr val="1F45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imes New Roman"/>
                        </a:rPr>
                        <a:t>Status / value</a:t>
                      </a:r>
                    </a:p>
                  </a:txBody>
                  <a:tcPr>
                    <a:solidFill>
                      <a:srgbClr val="1F456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2D2D2D"/>
                          </a:solidFill>
                          <a:latin typeface="Times New Roman"/>
                        </a:rPr>
                        <a:t>Customer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Anudeep, anudeep@email.com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Active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2D2D2D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2D2D2D"/>
                          </a:solidFill>
                          <a:latin typeface="Times New Roman"/>
                        </a:rPr>
                        <a:t>Product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Wireless Headphones, ₹1999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Stock 25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2D2D2D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5001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Customer 101, 22-09-2026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Placed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2D2D2D"/>
                          </a:solidFill>
                          <a:latin typeface="Times New Roman"/>
                        </a:rPr>
                        <a:t>OrderItem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Order 5001, Product 501, Qty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₹1999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70" b="1">
                          <a:solidFill>
                            <a:srgbClr val="2D2D2D"/>
                          </a:solidFill>
                          <a:latin typeface="Times New Roman"/>
                        </a:rPr>
                        <a:t>Payment</a:t>
                      </a:r>
                    </a:p>
                  </a:txBody>
                  <a:tcPr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7001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Order 5001, UPI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70" b="0">
                          <a:solidFill>
                            <a:srgbClr val="2D2D2D"/>
                          </a:solidFill>
                          <a:latin typeface="Times New Roman"/>
                        </a:rPr>
                        <a:t>Paid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14400" y="6144768"/>
            <a:ext cx="7772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C0372A"/>
                </a:solidFill>
                <a:latin typeface="Times New Roman"/>
              </a:rPr>
              <a:t>Sample values are for demonstration and can be replaced with project test data.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280160"/>
            <a:ext cx="74980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Times New Roman"/>
              </a:rPr>
              <a:t>DDL, DML &amp; DQL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874519"/>
            <a:ext cx="2514600" cy="201168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DDL — structure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CREATE TABLE, ALTER TABLE, DROP TABLE</a:t>
            </a:r>
            <a:br/>
            <a:r>
              <a:rPr sz="1700">
                <a:solidFill>
                  <a:srgbClr val="2D2D2D"/>
                </a:solidFill>
              </a:rPr>
              <a:t>Defines and changes database objects.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0128" y="1874519"/>
            <a:ext cx="2514600" cy="201168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DML — data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INSERT, UPDATE, DELETE</a:t>
            </a:r>
            <a:br/>
            <a:r>
              <a:rPr sz="1700">
                <a:solidFill>
                  <a:srgbClr val="2D2D2D"/>
                </a:solidFill>
              </a:rPr>
              <a:t>Adds, changes and removes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888" y="1874519"/>
            <a:ext cx="2514600" cy="201168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DQL — queries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SELECT with WHERE, ORDER BY, GROUP BY</a:t>
            </a:r>
            <a:br/>
            <a:r>
              <a:rPr sz="1700">
                <a:solidFill>
                  <a:srgbClr val="2D2D2D"/>
                </a:solidFill>
              </a:rPr>
              <a:t>Retrieves required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343400"/>
            <a:ext cx="7772400" cy="1508760"/>
          </a:xfrm>
          <a:prstGeom prst="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2D2D2D"/>
                </a:solidFill>
                <a:latin typeface="Times New Roman"/>
              </a:rPr>
              <a:t>INSERT INTO Product VALUES (101, 1, 'Headphones', 1999, 25);
UPDATE Orders SET status='Shipped' WHERE order_id=5001;
SELECT * FROM Product WHERE price &lt; 5000;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280160"/>
            <a:ext cx="78638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Times New Roman"/>
              </a:rPr>
              <a:t>CRUD operations &amp; SQL 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828800"/>
            <a:ext cx="182880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CREATE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2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INSERT INTO Customer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78608" y="1828800"/>
            <a:ext cx="182880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READ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2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SELECT * FROM Orders;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62856" y="1828800"/>
            <a:ext cx="182880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UPDATE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2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UPDATE Orders SET status=...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47104" y="1828800"/>
            <a:ext cx="182880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DELETE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2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DELETE FROM OrderItem WHERE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24612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D2D2D"/>
                </a:solidFill>
                <a:latin typeface="Times New Roman"/>
              </a:rPr>
              <a:t>JOIN example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11880"/>
            <a:ext cx="7680960" cy="1143000"/>
          </a:xfrm>
          <a:prstGeom prst="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2D2D2D"/>
                </a:solidFill>
                <a:latin typeface="Times New Roman"/>
              </a:rPr>
              <a:t>SELECT c.name, o.order_id, o.total_amount
FROM Customer c JOIN Orders o ON c.customer_id=o.customer_id;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7818120" cy="109728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• Aggregate: SELECT customer_id, SUM(total_amount) FROM Orders GROUP BY customer_id;</a:t>
            </a:r>
          </a:p>
          <a:p>
            <a:pPr>
              <a:spcAft>
                <a:spcPts val="300"/>
              </a:spcAft>
              <a:defRPr sz="122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• View: CREATE VIEW OrderSummary AS SELECT order_id, status, total_amount FROM Orders;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280160"/>
            <a:ext cx="74980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Times New Roman"/>
              </a:rPr>
              <a:t>Data integrity &amp;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828800"/>
            <a:ext cx="3749039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Entity integrity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Every table has a valid primary key; IDs are not duplicated or NULL.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828800"/>
            <a:ext cx="3749039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Referential integrity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Foreign keys must match existing parent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3749039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Domain validation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CHECK rules validate status, quantity, price and other allowed values.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246120"/>
            <a:ext cx="3749039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5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Business validation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300">
                <a:solidFill>
                  <a:srgbClr val="2D2D2D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Quantity &gt; 0, price ≥ 0, email unique, order total consistent with items.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7772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Validation result to demonstrate: invalid/duplicate input should be rejected by the database constraints.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280160"/>
            <a:ext cx="7772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456B"/>
                </a:solidFill>
                <a:latin typeface="Times New Roman"/>
              </a:rPr>
              <a:t>Project documentation 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828800"/>
            <a:ext cx="7772400" cy="438912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1. Project abstract, objectives and problem statement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2. Entities, attributes and ER diagram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3. Relational schema with primary/foreign keys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4. SQL scripts: DDL, DML, DQL and CRUD queries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5. Sample data and query result screenshots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6. Constraints, validation results and testing notes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7. GitHub repository and team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IN" sz="195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280160"/>
            <a:ext cx="79552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D2D2D"/>
                </a:solidFill>
                <a:latin typeface="Times New Roman"/>
              </a:rPr>
              <a:t>Database demonstration &amp; presentation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828800"/>
            <a:ext cx="36118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4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1  Open database &amp; show tables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36118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4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2  Show sample records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36118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4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3  Run SELECT / JOIN queries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4617720" y="1828800"/>
            <a:ext cx="36118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4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4  Demonstrate INSERT / UPDATE / DELETE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4617720" y="3017520"/>
            <a:ext cx="36118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4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5  Show constraint/validation test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4617720" y="4206240"/>
            <a:ext cx="361188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BF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spcAft>
                <a:spcPts val="300"/>
              </a:spcAft>
              <a:defRPr sz="1400" b="1">
                <a:solidFill>
                  <a:srgbClr val="1F456B"/>
                </a:solidFill>
                <a:latin typeface="Times New Roman"/>
              </a:defRPr>
            </a:pPr>
            <a:r>
              <a:rPr sz="1700">
                <a:solidFill>
                  <a:srgbClr val="2D2D2D"/>
                </a:solidFill>
              </a:rPr>
              <a:t>6  Explain ER diagram &amp; schema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2D2D2D"/>
                </a:solidFill>
                <a:latin typeface="Times New Roman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143000" y="5623560"/>
            <a:ext cx="71323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C0372A"/>
                </a:solidFill>
                <a:latin typeface="Times New Roman"/>
              </a:rPr>
              <a:t>End with key findings, limitations and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spcAft>
                <a:spcPts val="300"/>
              </a:spcAft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1298448"/>
            <a:ext cx="77724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456B"/>
                </a:solidFill>
                <a:latin typeface="Times New Roman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74519"/>
            <a:ext cx="7772400" cy="347472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The system organizes customers, products and orders in a structured relational database.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ER design and primary/foreign keys maintain clear relationships between tables.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Constraints and validation improve data consistency and reduce invalid records.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SQL CRUD, joins, aggregates and views support common order-management operations.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Future enhancements: inventory alerts, delivery tracking dashboard, reports and role-based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7772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Key learning: database design → implementation → querying → validation →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298448"/>
            <a:ext cx="7772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F456B"/>
                </a:solidFill>
                <a:latin typeface="Times New Roman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74519"/>
            <a:ext cx="777240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The system organizes customers, products and orders in a structured relational database.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ER design and primary/foreign keys maintain clear relationships between tables.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Constraints and validation improve data consistency and reduce invalid records.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SQL CRUD, joins, aggregates and views support common order-management operations.</a:t>
            </a:r>
          </a:p>
          <a:p>
            <a:pPr>
              <a:spcAft>
                <a:spcPts val="300"/>
              </a:spcAft>
              <a:defRPr sz="1400">
                <a:solidFill>
                  <a:srgbClr val="2D2D2D"/>
                </a:solidFill>
                <a:latin typeface="Times New Roman"/>
              </a:defRPr>
            </a:pPr>
            <a:r>
              <a:rPr sz="1700"/>
              <a:t>• Future enhancements: inventory alerts, delivery tracking dashboard, reports and role-based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7772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317A4D"/>
                </a:solidFill>
                <a:latin typeface="Times New Roman"/>
              </a:rPr>
              <a:t>Key learning: database design → implementation → querying → validation →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2550</TotalTime>
  <Words>317</Words>
  <Application>Microsoft Office PowerPoint</Application>
  <PresentationFormat>Custom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Cambria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srinivasulu t</cp:lastModifiedBy>
  <cp:revision>49</cp:revision>
  <cp:lastPrinted>2025-10-14T18:21:49Z</cp:lastPrinted>
  <dcterms:created xsi:type="dcterms:W3CDTF">2025-10-10T08:28:06Z</dcterms:created>
  <dcterms:modified xsi:type="dcterms:W3CDTF">2026-09-12T14:31:20Z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